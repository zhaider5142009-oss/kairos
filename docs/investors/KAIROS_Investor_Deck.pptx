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2026-10-22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12,668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330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12,668 lines, 37 modules, 330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750">
                <a:solidFill>
                  <a:srgbClr val="8B94A6"/>
                </a:solidFill>
              </a:rPr>
              <a:t>•Risk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750">
                <a:solidFill>
                  <a:srgbClr val="8B94A6"/>
                </a:solidFill>
              </a:rPr>
              <a:t>•Ledgers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750">
                <a:solidFill>
                  <a:srgbClr val="8B94A6"/>
                </a:solidFill>
              </a:rPr>
              <a:t>•The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750">
                <a:solidFill>
                  <a:srgbClr val="8B94A6"/>
                </a:solidFill>
              </a:rPr>
              <a:t>•A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750">
                <a:solidFill>
                  <a:srgbClr val="8B94A6"/>
                </a:solidFill>
              </a:rPr>
              <a:t>•A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750">
                <a:solidFill>
                  <a:srgbClr val="8B94A6"/>
                </a:solidFill>
              </a:rPr>
              <a:t>•The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750">
                <a:solidFill>
                  <a:srgbClr val="8B94A6"/>
                </a:solidFill>
              </a:rPr>
              <a:t>•The audit trail could stop quietly; both order doors now refuse a trade it cannot record.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330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