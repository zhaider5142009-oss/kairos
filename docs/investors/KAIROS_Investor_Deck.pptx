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17,549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719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17,549 lines of Python, 42 modules, 719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719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