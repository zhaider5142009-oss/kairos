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17,698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754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17,698 lines of Python, 42 modules, 754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404 horizons matured, and all 404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404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754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