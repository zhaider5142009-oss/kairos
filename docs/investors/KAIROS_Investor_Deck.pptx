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19,442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1067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19,442 lines of Python, 45 modules, 1067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1067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