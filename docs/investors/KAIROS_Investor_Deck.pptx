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20,194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1188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20,194 lines of Python, 45 modules, 1188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1188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