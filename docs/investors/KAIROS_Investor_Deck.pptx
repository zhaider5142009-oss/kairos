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18,557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950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18,557 lines of Python, 45 modules, 950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950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