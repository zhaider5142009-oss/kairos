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v2.6.1 · 2026-10-21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100 strategies per instrument,</a:t>
            </a:r>
            <a:br/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12,354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283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12,354 lines, 37 modules, 283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283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