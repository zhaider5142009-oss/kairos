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2026-10-25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20,246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1193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20,246 lines of Python, 45 modules, 1193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−Rs 3,501.69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1193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