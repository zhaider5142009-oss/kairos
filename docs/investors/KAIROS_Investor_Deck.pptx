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17,843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786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17,843 lines of Python, 43 modules, 786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786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