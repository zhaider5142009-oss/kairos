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17,985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43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827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17,985 lines of Python, 43 modules, 827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404 horizons matured, and all 404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404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827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