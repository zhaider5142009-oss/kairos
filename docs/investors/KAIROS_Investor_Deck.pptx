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17,275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683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17,275 lines of Python, 42 modules, 683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288 horizons matured, and all 288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288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683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