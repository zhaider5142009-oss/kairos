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17,425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701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17,425 lines of Python, 42 modules, 701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701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