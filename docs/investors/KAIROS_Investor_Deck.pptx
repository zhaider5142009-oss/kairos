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18,068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43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875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18,068 lines of Python, 43 modules, 875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875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