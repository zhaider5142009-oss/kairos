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19,034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1009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19,034 lines of Python, 45 modules, 1009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1009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