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17,236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676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17,236 lines of Python, 42 modules, 676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676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