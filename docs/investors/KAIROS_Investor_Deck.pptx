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19,514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1078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19,514 lines of Python, 45 modules, 1078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1078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