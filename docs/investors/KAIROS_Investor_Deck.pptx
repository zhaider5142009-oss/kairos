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18,618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958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18,618 lines of Python, 45 modules, 958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958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