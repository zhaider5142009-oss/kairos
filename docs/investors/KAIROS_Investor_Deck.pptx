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19,961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1171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19,961 lines of Python, 45 modules, 1171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1171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