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19,143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1026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19,143 lines of Python, 45 modules, 1026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1026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