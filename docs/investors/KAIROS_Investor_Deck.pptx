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18,982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993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18,982 lines of Python, 45 modules, 993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993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