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16,347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41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621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16,347 lines, 41 modules, 621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621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