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17,441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42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705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17,441 lines of Python, 42 modules, 705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404 horizons matured, and all 404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404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705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