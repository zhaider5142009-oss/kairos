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2026-10-23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12,990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373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12,990 lines, 37 modules, 373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373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