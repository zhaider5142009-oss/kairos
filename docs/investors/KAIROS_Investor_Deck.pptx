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20,352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1207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20,352 lines of Python, 45 modules, 1207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1207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