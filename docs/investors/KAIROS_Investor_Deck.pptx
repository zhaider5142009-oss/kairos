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19,054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1014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19,054 lines of Python, 45 modules, 1014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1014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