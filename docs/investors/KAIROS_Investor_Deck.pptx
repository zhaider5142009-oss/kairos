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2026-10-23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15,444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40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528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15,444 lines, 40 modules, 528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263 horizons matured, and all 263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263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528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