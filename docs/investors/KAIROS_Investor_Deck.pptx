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2026-10-23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17,212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667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17,212 lines of Python, 42 modules, 667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263 horizons matured, and all 263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263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667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