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13,112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395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13,112 lines, 37 modules, 395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per regime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Each vote is weighted by realized
out-of-sample skill, per horizon and
per regime. Thin evidence earns no
weight: the poll stays flat.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395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