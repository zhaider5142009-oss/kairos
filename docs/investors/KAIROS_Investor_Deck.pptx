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18,305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44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924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18,305 lines of Python, 44 modules, 924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429 horizons matured, and all 429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429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924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