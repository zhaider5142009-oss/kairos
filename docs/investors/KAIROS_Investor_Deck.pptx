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18,111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43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18,111 lines of Python, 43 modules, 900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429 horizons matured, and all 429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429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900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