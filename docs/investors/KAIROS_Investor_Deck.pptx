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18,524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940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18,524 lines of Python, 45 modules, 940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429 horizons matured, and all 429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429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940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