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19,124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1022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19,124 lines of Python, 45 modules, 1022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1022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