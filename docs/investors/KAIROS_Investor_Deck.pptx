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20,578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1236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20,578 lines of Python, 45 modules, 1236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1236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