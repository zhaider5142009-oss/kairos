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17,655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740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17,655 lines of Python, 42 modules, 740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740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