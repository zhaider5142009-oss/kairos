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18,888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988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18,888 lines of Python, 45 modules, 988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988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