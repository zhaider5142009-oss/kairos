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20,312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20,312 lines of Python, 45 modules, 1200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1200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