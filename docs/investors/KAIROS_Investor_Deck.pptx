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2026-10-24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676400"/>
            <a:ext cx="190500" cy="24193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667000"/>
            <a:ext cx="190500" cy="14287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809875"/>
            <a:ext cx="190500" cy="12858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714750"/>
            <a:ext cx="190500" cy="3810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943350"/>
            <a:ext cx="190500" cy="1524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1619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667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048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429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371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819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828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4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WHEAT  GOLD  HBL  WTI  BRENT |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EURUSD  MCB  KSE100  BTC  COPPER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LUCK  NATGAS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17,901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43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800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4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8575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00775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+46.2%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685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0292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+27.2%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5144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4857750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+24.5%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771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114800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447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3790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+7.3%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3248025" y="4010025"/>
            <a:ext cx="1809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3524250" y="40005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+2.9%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266950" y="4448175"/>
            <a:ext cx="9715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1619250" y="443865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-15.7%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57425" y="4886325"/>
            <a:ext cx="981075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09725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-15.8%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-3.0%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KSE100 -5.0%     BTC -5.8%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-6.5%     LUCK -7.0%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WHEAT Sharpe 1.59 · SILVER Sharpe 1.56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GOLD Sharpe 1.32 · HBL Sharpe 1.39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WTI Sharpe 0.44 · BRENT Sharpe 0.36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All out-of-sample.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(+8.9%). WTI did not (+62.4%) — a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risk-adjusted win is not the same as an absolute one, and the deck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-3.7%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+8.8%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 and crypto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17,901 lines of Python, 43 modules, 800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404 horizons matured, and all 404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404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800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