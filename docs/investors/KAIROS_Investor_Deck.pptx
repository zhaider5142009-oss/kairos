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2026-10-21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12,354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37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286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12,354 lines, 37 modules, 286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286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