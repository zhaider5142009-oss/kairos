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18,018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43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843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18,018 lines of Python, 43 modules, 843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404 horizons matured, and all 404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404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843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