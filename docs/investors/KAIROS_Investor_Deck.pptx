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2026-10-25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20,501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1224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20,501 lines of Python, 45 modules, 1224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779 horizons matured, and all 779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−Rs 3,501.69 trading P&amp;L, FX translation −Rs 2,760.38, −Rs 6,262.07 in total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779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1224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