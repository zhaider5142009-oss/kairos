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2026-10-24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18,603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45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957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18,603 lines of Python, 45 modules, 957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429 horizons matured, and all 429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429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957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