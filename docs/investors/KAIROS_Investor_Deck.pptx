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20,611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1241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20,611 lines of Python, 45 modules, 1241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1241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