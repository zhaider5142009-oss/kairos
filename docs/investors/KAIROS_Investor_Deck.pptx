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2026-10-21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12,424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289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12,424 lines, 37 modules, 289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289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