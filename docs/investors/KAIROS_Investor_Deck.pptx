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2026-10-24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17,535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42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713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17,535 lines of Python, 42 modules, 713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404 horizons matured, and all 404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-Rs 13.05 realized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404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713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