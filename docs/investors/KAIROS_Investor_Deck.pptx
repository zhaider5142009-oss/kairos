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19,010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997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19,010 lines of Python, 45 modules, 997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997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