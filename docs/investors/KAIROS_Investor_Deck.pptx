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19,202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1035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19,202 lines of Python, 45 modules, 1035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1035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