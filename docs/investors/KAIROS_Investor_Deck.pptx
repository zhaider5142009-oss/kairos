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18,549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947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18,549 lines of Python, 45 modules, 947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429 horizons matured, and all 429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429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947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