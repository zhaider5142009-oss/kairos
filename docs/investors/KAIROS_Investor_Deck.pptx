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20,417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1213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20,417 lines of Python, 45 modules, 1213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1213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