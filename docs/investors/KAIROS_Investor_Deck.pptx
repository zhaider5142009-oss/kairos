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19,373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1059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19,373 lines of Python, 45 modules, 1059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1059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