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19,998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1177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19,998 lines of Python, 45 modules, 1177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1177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