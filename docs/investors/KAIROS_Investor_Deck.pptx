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2026-10-22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12,809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357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12,809 lines, 37 modules, 357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357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