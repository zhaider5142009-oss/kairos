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2026-10-21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12,459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295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12,459 lines, 37 modules, 295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295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