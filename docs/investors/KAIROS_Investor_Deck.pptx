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19,004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19,004 lines of Python, 45 modules, 1001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1001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