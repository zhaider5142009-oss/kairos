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18,846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982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18,846 lines of Python, 45 modules, 982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982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