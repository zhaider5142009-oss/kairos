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20,271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1197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20,271 lines of Python, 45 modules, 1197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1197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