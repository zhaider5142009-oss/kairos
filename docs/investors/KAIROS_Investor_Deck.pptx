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15,898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40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607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15,898 lines, 40 modules, 607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607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