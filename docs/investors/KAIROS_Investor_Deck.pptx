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20,535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1229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20,535 lines of Python, 45 modules, 1229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trading P&amp;L, FX translation −Rs 2,760.38, −Rs 6,262.07 in total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1229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