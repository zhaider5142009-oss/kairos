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17,688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750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17,688 lines of Python, 42 modules, 750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750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