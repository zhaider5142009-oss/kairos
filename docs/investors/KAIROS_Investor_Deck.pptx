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2026-10-23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14,278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39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453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14,278 lines, 39 modules, 453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263 horizons matured, and all 263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263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453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