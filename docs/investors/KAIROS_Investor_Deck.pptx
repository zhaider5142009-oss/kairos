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2026-10-25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19,982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45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1175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19,982 lines of Python, 45 modules, 1175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779 horizons matured, and all 779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−Rs 3,501.69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779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1175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